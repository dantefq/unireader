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QuietRead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Нативный просмотр документов</a:t>
            </a:r>
          </a:p>
          <a:p>
            <a:r>
              <a:t>Офлайн • Без рекламы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and layout</a:t>
            </a:r>
          </a:p>
        </p:txBody>
      </p:sp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315200" cy="1881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